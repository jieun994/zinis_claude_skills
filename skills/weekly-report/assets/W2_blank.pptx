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57" r:id="rId3"/>
    <p:sldId id="264" r:id="rId4"/>
    <p:sldId id="268" r:id="rId5"/>
    <p:sldId id="266" r:id="rId6"/>
    <p:sldId id="267" r:id="rId7"/>
    <p:sldId id="275" r:id="rId8"/>
    <p:sldId id="277" r:id="rId9"/>
    <p:sldId id="278" r:id="rId10"/>
    <p:sldId id="279" r:id="rId11"/>
    <p:sldId id="270" r:id="rId12"/>
    <p:sldId id="26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E2"/>
    <a:srgbClr val="E6B9B8"/>
    <a:srgbClr val="C6D9F1"/>
    <a:srgbClr val="FCD5B5"/>
    <a:srgbClr val="FFFFFF"/>
    <a:srgbClr val="6C7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DFAE0-CD80-4245-B1CD-9B4B0BC56BC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16DED-2A9E-4433-A47E-2ED99CD35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08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600000101010101" pitchFamily="34" charset="-127"/>
                <a:ea typeface="맑은 고딕" panose="020B0600000101010101" pitchFamily="34" charset="-127"/>
              </a:rPr>
              <a:t>1</a:t>
            </a:fld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95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7;p15">
            <a:extLst>
              <a:ext uri="{FF2B5EF4-FFF2-40B4-BE49-F238E27FC236}">
                <a16:creationId xmlns:a16="http://schemas.microsoft.com/office/drawing/2014/main" id="{10C0FE5F-B562-5EEB-7E02-59FA0F5E9AB3}"/>
              </a:ext>
            </a:extLst>
          </p:cNvPr>
          <p:cNvCxnSpPr>
            <a:cxnSpLocks/>
          </p:cNvCxnSpPr>
          <p:nvPr userDrawn="1"/>
        </p:nvCxnSpPr>
        <p:spPr>
          <a:xfrm>
            <a:off x="700391" y="563979"/>
            <a:ext cx="1152820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" name="Google Shape;21;p15">
            <a:extLst>
              <a:ext uri="{FF2B5EF4-FFF2-40B4-BE49-F238E27FC236}">
                <a16:creationId xmlns:a16="http://schemas.microsoft.com/office/drawing/2014/main" id="{3C44CC50-726E-2D4F-893B-BD4AFB7BD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839" y="340763"/>
            <a:ext cx="2610325" cy="32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5850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300" b="1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8;p15">
            <a:extLst>
              <a:ext uri="{FF2B5EF4-FFF2-40B4-BE49-F238E27FC236}">
                <a16:creationId xmlns:a16="http://schemas.microsoft.com/office/drawing/2014/main" id="{E1D9A1F3-98C1-212B-B2BD-7E203A16E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839" y="251774"/>
            <a:ext cx="1464603" cy="11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13"/>
              <a:buFont typeface="Malgun Gothic"/>
              <a:buNone/>
              <a:defRPr sz="813">
                <a:solidFill>
                  <a:srgbClr val="262626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9;p15">
            <a:extLst>
              <a:ext uri="{FF2B5EF4-FFF2-40B4-BE49-F238E27FC236}">
                <a16:creationId xmlns:a16="http://schemas.microsoft.com/office/drawing/2014/main" id="{19A8BBF3-9509-EF95-D77C-1B2E4573BA62}"/>
              </a:ext>
            </a:extLst>
          </p:cNvPr>
          <p:cNvSpPr txBox="1"/>
          <p:nvPr userDrawn="1"/>
        </p:nvSpPr>
        <p:spPr>
          <a:xfrm>
            <a:off x="6177804" y="6530629"/>
            <a:ext cx="354554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50" b="0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rPr>
              <a:t>‹#›</a:t>
            </a:fld>
            <a:endParaRPr sz="1050" b="0" dirty="0">
              <a:solidFill>
                <a:srgbClr val="3F3F3F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cxnSp>
        <p:nvCxnSpPr>
          <p:cNvPr id="10" name="Google Shape;20;p15">
            <a:extLst>
              <a:ext uri="{FF2B5EF4-FFF2-40B4-BE49-F238E27FC236}">
                <a16:creationId xmlns:a16="http://schemas.microsoft.com/office/drawing/2014/main" id="{4D2EFD6B-A41F-FA8D-427B-ADF3D9701406}"/>
              </a:ext>
            </a:extLst>
          </p:cNvPr>
          <p:cNvCxnSpPr>
            <a:cxnSpLocks/>
          </p:cNvCxnSpPr>
          <p:nvPr userDrawn="1"/>
        </p:nvCxnSpPr>
        <p:spPr>
          <a:xfrm>
            <a:off x="0" y="6483194"/>
            <a:ext cx="12191999" cy="0"/>
          </a:xfrm>
          <a:prstGeom prst="straightConnector1">
            <a:avLst/>
          </a:prstGeom>
          <a:noFill/>
          <a:ln w="9525" cap="flat" cmpd="sng">
            <a:solidFill>
              <a:srgbClr val="CED9E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3;p15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4AD5B3-3DF6-1BD0-E4C1-EE4FEBEB5A7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203174" y="6564536"/>
            <a:ext cx="905006" cy="226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;p15">
            <a:extLst>
              <a:ext uri="{FF2B5EF4-FFF2-40B4-BE49-F238E27FC236}">
                <a16:creationId xmlns:a16="http://schemas.microsoft.com/office/drawing/2014/main" id="{01AF8339-9069-0F01-108C-34E1F417C2F6}"/>
              </a:ext>
            </a:extLst>
          </p:cNvPr>
          <p:cNvSpPr/>
          <p:nvPr userDrawn="1"/>
        </p:nvSpPr>
        <p:spPr>
          <a:xfrm>
            <a:off x="0" y="1672413"/>
            <a:ext cx="12192000" cy="4807107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5" name="Google Shape;25;p15" descr="preencoded.png">
            <a:extLst>
              <a:ext uri="{FF2B5EF4-FFF2-40B4-BE49-F238E27FC236}">
                <a16:creationId xmlns:a16="http://schemas.microsoft.com/office/drawing/2014/main" id="{E599A911-3BF4-E647-9E5D-CE9B6432AC51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8450580" y="908343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15">
            <a:extLst>
              <a:ext uri="{FF2B5EF4-FFF2-40B4-BE49-F238E27FC236}">
                <a16:creationId xmlns:a16="http://schemas.microsoft.com/office/drawing/2014/main" id="{6A6540BC-85CA-D290-B62B-7FBE8C8B7BB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84736" y="6575096"/>
            <a:ext cx="632774" cy="2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15">
            <a:extLst>
              <a:ext uri="{FF2B5EF4-FFF2-40B4-BE49-F238E27FC236}">
                <a16:creationId xmlns:a16="http://schemas.microsoft.com/office/drawing/2014/main" id="{7C9EA79C-E774-819C-0B91-19D40D4E42AD}"/>
              </a:ext>
            </a:extLst>
          </p:cNvPr>
          <p:cNvSpPr/>
          <p:nvPr userDrawn="1"/>
        </p:nvSpPr>
        <p:spPr>
          <a:xfrm>
            <a:off x="1" y="-6168"/>
            <a:ext cx="12192000" cy="79659"/>
          </a:xfrm>
          <a:prstGeom prst="rect">
            <a:avLst/>
          </a:prstGeom>
          <a:solidFill>
            <a:srgbClr val="7BB6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4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01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9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1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1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59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94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98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39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188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56E13257-400D-4273-BE72-1C597FF5874C}" type="datetimeFigureOut">
              <a:rPr lang="ko-KR" altLang="en-US" smtClean="0"/>
              <a:pPr/>
              <a:t>2026-06-29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9C3A2091-6EB6-4826-85BB-B886D1DE236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14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1143001" y="642939"/>
            <a:ext cx="9905752" cy="557212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6" y="0"/>
            <a:ext cx="12191973" cy="685815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04" name="Google Shape;104;p1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106680" y="1288773"/>
            <a:ext cx="2971800" cy="29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3422DA5-DBD2-0DDE-2C26-55AC7ACB9CA1}"/>
              </a:ext>
            </a:extLst>
          </p:cNvPr>
          <p:cNvGrpSpPr/>
          <p:nvPr/>
        </p:nvGrpSpPr>
        <p:grpSpPr>
          <a:xfrm>
            <a:off x="0" y="1"/>
            <a:ext cx="12192000" cy="124073"/>
            <a:chOff x="1143248" y="1"/>
            <a:chExt cx="9905752" cy="124073"/>
          </a:xfrm>
        </p:grpSpPr>
        <p:sp>
          <p:nvSpPr>
            <p:cNvPr id="105" name="Google Shape;105;p1"/>
            <p:cNvSpPr/>
            <p:nvPr/>
          </p:nvSpPr>
          <p:spPr>
            <a:xfrm>
              <a:off x="1143248" y="1"/>
              <a:ext cx="9905752" cy="124073"/>
            </a:xfrm>
            <a:prstGeom prst="rect">
              <a:avLst/>
            </a:prstGeom>
            <a:solidFill>
              <a:srgbClr val="7BB600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143249" y="1"/>
              <a:ext cx="3304641" cy="124073"/>
            </a:xfrm>
            <a:prstGeom prst="rect">
              <a:avLst/>
            </a:prstGeom>
            <a:solidFill>
              <a:srgbClr val="005F26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0677525" y="1"/>
              <a:ext cx="371475" cy="124073"/>
            </a:xfrm>
            <a:prstGeom prst="rect">
              <a:avLst/>
            </a:prstGeom>
            <a:solidFill>
              <a:srgbClr val="FBBF24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849631" y="2434402"/>
            <a:ext cx="61665" cy="221324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21105" y="2605012"/>
            <a:ext cx="8188052" cy="116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ko-KR" altLang="en-US" sz="4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앱</a:t>
            </a:r>
            <a:endParaRPr sz="4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en-US" altLang="ko-KR" sz="4000" dirty="0">
                <a:solidFill>
                  <a:srgbClr val="7BB600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프로젝트</a:t>
            </a:r>
            <a:endParaRPr lang="en-US" altLang="ko-KR" sz="4000" dirty="0">
              <a:solidFill>
                <a:srgbClr val="1F2937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ko-KR" altLang="en-US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주간업무 보고서 (W2) – 〇월 〇주차</a:t>
            </a:r>
            <a:endParaRPr sz="2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221106" y="4433144"/>
            <a:ext cx="617391" cy="15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813" dirty="0">
                <a:solidFill>
                  <a:srgbClr val="9CA3A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20〇〇.〇〇.〇〇</a:t>
            </a:r>
            <a:endParaRPr sz="81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pic>
        <p:nvPicPr>
          <p:cNvPr id="112" name="Google Shape;112;p1" descr="폰트, 그래픽, 로고, 스크린샷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8388" y="6477607"/>
            <a:ext cx="905006" cy="22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3694" y="273022"/>
            <a:ext cx="632774" cy="220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oogle Shape;89;p1">
            <a:extLst>
              <a:ext uri="{FF2B5EF4-FFF2-40B4-BE49-F238E27FC236}">
                <a16:creationId xmlns:a16="http://schemas.microsoft.com/office/drawing/2014/main" id="{877A21F4-8ED6-7C9D-88D4-1D74828B09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354823"/>
              </p:ext>
            </p:extLst>
          </p:nvPr>
        </p:nvGraphicFramePr>
        <p:xfrm>
          <a:off x="3275183" y="1057224"/>
          <a:ext cx="7970591" cy="51472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677">
                  <a:extLst>
                    <a:ext uri="{9D8B030D-6E8A-4147-A177-3AD203B41FA5}">
                      <a16:colId xmlns:a16="http://schemas.microsoft.com/office/drawing/2014/main" val="255133657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85392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2341965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639871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262835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6913614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840501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5534550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39100716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155164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67319114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849736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33002598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42543386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58030196"/>
                    </a:ext>
                  </a:extLst>
                </a:gridCol>
              </a:tblGrid>
              <a:tr h="3585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단계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Task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주요 마일스톤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462952"/>
                  </a:ext>
                </a:extLst>
              </a:tr>
              <a:tr h="280725">
                <a:tc gridSpan="2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49395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요구사항 분석 및 확정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2151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답변 유형별 모듈 설계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2583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및 기타 설계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57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 시나리오 작성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85153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컴포넌트/모듈 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5066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시안 확정 및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에셋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 산출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47184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퍼블리싱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퍼블리싱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17225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개발 환경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셋업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66829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CI/CD 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고도화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baseline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분석 및 설계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핵심 개발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96885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관리자 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1720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시나리오 전수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성능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보안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1590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오픈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통합 오픈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48247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안정화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안정화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모니터링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운영 이관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261628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3A7BB3E-6D5D-A997-2D46-DE134D61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전체 일정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738317" y="782846"/>
            <a:ext cx="642788" cy="5423482"/>
            <a:chOff x="2955119" y="879241"/>
            <a:chExt cx="642788" cy="6031320"/>
          </a:xfrm>
        </p:grpSpPr>
        <p:cxnSp>
          <p:nvCxnSpPr>
            <p:cNvPr id="8" name="직선 연결선 7"/>
            <p:cNvCxnSpPr>
              <a:cxnSpLocks/>
              <a:stCxn id="9" idx="2"/>
            </p:cNvCxnSpPr>
            <p:nvPr/>
          </p:nvCxnSpPr>
          <p:spPr>
            <a:xfrm>
              <a:off x="3276513" y="1090288"/>
              <a:ext cx="0" cy="582027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모서리가 둥근 직사각형 8"/>
            <p:cNvSpPr/>
            <p:nvPr/>
          </p:nvSpPr>
          <p:spPr>
            <a:xfrm>
              <a:off x="2955119" y="879241"/>
              <a:ext cx="642788" cy="21104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latin typeface="맑은 고딕" panose="020B0600000101010101" pitchFamily="34" charset="-127"/>
                  <a:ea typeface="맑은 고딕" panose="020B0600000101010101" pitchFamily="34" charset="-127"/>
                </a:rPr>
                <a:t>진척률</a:t>
              </a:r>
              <a:endParaRPr lang="ko-KR" altLang="en-US" sz="1000" b="1" dirty="0">
                <a:latin typeface="맑은 고딕" panose="020B0600000101010101" pitchFamily="34" charset="-127"/>
                <a:ea typeface="맑은 고딕" panose="020B0600000101010101" pitchFamily="34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23188"/>
              </p:ext>
            </p:extLst>
          </p:nvPr>
        </p:nvGraphicFramePr>
        <p:xfrm>
          <a:off x="567817" y="840826"/>
          <a:ext cx="1962306" cy="487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금주 실적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 누적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4.8%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22399" y="701040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188" y="1455090"/>
            <a:ext cx="1164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실적 기준 :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D265A54-C770-60B5-7816-EAE1A821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1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38D8-1E99-5B05-28B1-931DACBF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E3F7D0-8AF7-E33E-642C-687568694A50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DEEA251-5F3A-A662-23DA-35535657D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2. </a:t>
            </a:r>
            <a:r>
              <a:rPr lang="ko-KR" altLang="en-US" dirty="0"/>
              <a:t>주간 진척 현황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FAC721D1-A872-47EB-4126-B22FA3F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A38DB-5A6D-A52A-00BE-8399DE4E268F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EA086C-1E69-B92E-B599-E5767120B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57508"/>
              </p:ext>
            </p:extLst>
          </p:nvPr>
        </p:nvGraphicFramePr>
        <p:xfrm>
          <a:off x="696181" y="1239315"/>
          <a:ext cx="10753694" cy="109279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3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B0A1AA-7AEE-7702-391E-EDA93D23081A}"/>
              </a:ext>
            </a:extLst>
          </p:cNvPr>
          <p:cNvSpPr txBox="1"/>
          <p:nvPr/>
        </p:nvSpPr>
        <p:spPr>
          <a:xfrm>
            <a:off x="9333278" y="947722"/>
            <a:ext cx="2191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3B36-1E59-7B19-99FD-D72ACD443056}"/>
              </a:ext>
            </a:extLst>
          </p:cNvPr>
          <p:cNvSpPr txBox="1"/>
          <p:nvPr/>
        </p:nvSpPr>
        <p:spPr>
          <a:xfrm>
            <a:off x="612251" y="2469809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r>
              <a:rPr lang="ko-KR" altLang="en-US" dirty="0"/>
              <a:t>나</a:t>
            </a:r>
            <a:r>
              <a:rPr lang="en-US" altLang="ko-KR" dirty="0"/>
              <a:t>. </a:t>
            </a:r>
            <a:r>
              <a:rPr lang="ko-KR" altLang="en-US" dirty="0"/>
              <a:t>업무별 </a:t>
            </a:r>
            <a:r>
              <a:rPr lang="ko-KR" altLang="en-US" dirty="0" err="1"/>
              <a:t>진척률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33892AC-2291-B9E5-F24E-FB646BFB4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20329"/>
              </p:ext>
            </p:extLst>
          </p:nvPr>
        </p:nvGraphicFramePr>
        <p:xfrm>
          <a:off x="696181" y="2845969"/>
          <a:ext cx="10753694" cy="23432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7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8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6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3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D79B043-713D-60B3-2B4D-D212338E7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851303"/>
              </p:ext>
            </p:extLst>
          </p:nvPr>
        </p:nvGraphicFramePr>
        <p:xfrm>
          <a:off x="696181" y="5443799"/>
          <a:ext cx="10753694" cy="8268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1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지연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05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캐치업</a:t>
                      </a:r>
                      <a:r>
                        <a:rPr lang="ko-KR" altLang="en-US" sz="105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0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FCC3-2E72-1936-F7C1-2379D939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C42664-DA5F-DF1A-15FF-49FA759B5349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184B10D-A9F2-DA03-6CF1-53635B3F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2A076FB2-5797-55E3-EE03-7DC9673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449942-0687-C397-013B-8EEB25CF2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90447"/>
              </p:ext>
            </p:extLst>
          </p:nvPr>
        </p:nvGraphicFramePr>
        <p:xfrm>
          <a:off x="672327" y="823033"/>
          <a:ext cx="10777550" cy="48832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 진행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(6/22~6/26)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업무 계획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(6/29~7/3)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 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분석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/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설계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dirty="0">
                          <a:effectLst/>
                        </a:rPr>
                        <a:t/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7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F50D-A5A8-6C52-8BC2-76BCB4BF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43132D-D254-5CD0-DFC4-C4AC63CC7D46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CC262E9-34C4-0C7E-CC44-22C9832EC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B4F5CA73-BB90-425B-1983-0F3FB8AE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5A75FE-BB2B-9143-24D9-1BEB21546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27978"/>
              </p:ext>
            </p:extLst>
          </p:nvPr>
        </p:nvGraphicFramePr>
        <p:xfrm>
          <a:off x="672327" y="823033"/>
          <a:ext cx="10777550" cy="243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 진행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(6/22~6/26)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업무 계획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(6/29~7/3)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65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6137-FA2A-D9AF-839B-6255FB65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EB5DCB-A903-AD60-CFBF-7931D7AB3C63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DDAE058-599B-AE8B-B2C8-893034672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4. </a:t>
            </a:r>
            <a:r>
              <a:rPr lang="ko-KR" altLang="en-US" dirty="0"/>
              <a:t>주간 주요 이슈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D045D16F-5DBB-BAC0-274F-FA00EB50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701F8B0-CA50-7D21-37EC-C0D433858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448259"/>
              </p:ext>
            </p:extLst>
          </p:nvPr>
        </p:nvGraphicFramePr>
        <p:xfrm>
          <a:off x="672327" y="823033"/>
          <a:ext cx="10605273" cy="452451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0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요청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554A-301A-E0C6-8532-36969ED1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CCE084B-5748-4587-02D0-C7962ABC9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41E4EC-02A6-A4D3-9DD9-54E8B8AB9606}"/>
              </a:ext>
            </a:extLst>
          </p:cNvPr>
          <p:cNvSpPr txBox="1"/>
          <p:nvPr/>
        </p:nvSpPr>
        <p:spPr>
          <a:xfrm>
            <a:off x="9258249" y="947722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D4904CA-9916-F5A1-2F5A-7742E6D5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89DF635-9C63-CECA-AA37-027AC9442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25885"/>
              </p:ext>
            </p:extLst>
          </p:nvPr>
        </p:nvGraphicFramePr>
        <p:xfrm>
          <a:off x="696180" y="1226387"/>
          <a:ext cx="10672858" cy="493057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24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37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당월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〇월 계획 진척률_x000B_(7/24 기준)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7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당월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  <a:endParaRPr lang="en-US" altLang="ko-KR" sz="1300" b="1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705794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3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14A2B3-91D7-17A2-403D-7CF2A20176E9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0960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CE66-855D-4180-6051-DBEBCB7D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D18DEE-7D31-C91B-1890-403E90AF6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09316"/>
              </p:ext>
            </p:extLst>
          </p:nvPr>
        </p:nvGraphicFramePr>
        <p:xfrm>
          <a:off x="672327" y="1180886"/>
          <a:ext cx="10777870" cy="497195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〇월 주요 성과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t/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99617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CA87147A-6A58-D16A-78D3-E74CB0089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3829497-0A43-43A7-E3EB-940E4F05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B8783-ADA7-D956-5377-468925FBB988}"/>
              </a:ext>
            </a:extLst>
          </p:cNvPr>
          <p:cNvSpPr txBox="1"/>
          <p:nvPr/>
        </p:nvSpPr>
        <p:spPr>
          <a:xfrm>
            <a:off x="612251" y="79383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나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주요 성과</a:t>
            </a:r>
          </a:p>
        </p:txBody>
      </p:sp>
    </p:spTree>
    <p:extLst>
      <p:ext uri="{BB962C8B-B14F-4D97-AF65-F5344CB8AC3E}">
        <p14:creationId xmlns:p14="http://schemas.microsoft.com/office/powerpoint/2010/main" val="412344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5547-BEB3-FC30-DCE5-00867F48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2355C96-A58A-EB47-C149-05D13E85E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5960"/>
              </p:ext>
            </p:extLst>
          </p:nvPr>
        </p:nvGraphicFramePr>
        <p:xfrm>
          <a:off x="672325" y="1180886"/>
          <a:ext cx="10704334" cy="465071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68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7575">
                  <a:extLst>
                    <a:ext uri="{9D8B030D-6E8A-4147-A177-3AD203B41FA5}">
                      <a16:colId xmlns:a16="http://schemas.microsoft.com/office/drawing/2014/main" val="1613819038"/>
                    </a:ext>
                  </a:extLst>
                </a:gridCol>
                <a:gridCol w="400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및 리스크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영향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진행상황 및 대응방안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270376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82FD209-AE76-A5BD-56C4-AD989D310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0C8BD44-E4D1-B51A-D538-1EAECA2E6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7C38E-E4A5-B200-0182-CF332FE31531}"/>
              </a:ext>
            </a:extLst>
          </p:cNvPr>
          <p:cNvSpPr txBox="1"/>
          <p:nvPr/>
        </p:nvSpPr>
        <p:spPr>
          <a:xfrm>
            <a:off x="612251" y="793834"/>
            <a:ext cx="1433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다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및 리스크</a:t>
            </a:r>
          </a:p>
        </p:txBody>
      </p:sp>
    </p:spTree>
    <p:extLst>
      <p:ext uri="{BB962C8B-B14F-4D97-AF65-F5344CB8AC3E}">
        <p14:creationId xmlns:p14="http://schemas.microsoft.com/office/powerpoint/2010/main" val="73365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F6F4-2D60-763D-F854-8D01D083F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8EBDB867-C9B0-A720-4CCF-45E60E03E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0D8FE-4C3A-9FAB-3708-3D1133A90ED9}"/>
              </a:ext>
            </a:extLst>
          </p:cNvPr>
          <p:cNvSpPr txBox="1"/>
          <p:nvPr/>
        </p:nvSpPr>
        <p:spPr>
          <a:xfrm>
            <a:off x="9298324" y="879639"/>
            <a:ext cx="21515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1D651AA-583E-4C34-6A03-FC1F2ECB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27AC8-49BC-26C3-9EF4-8CD55B7230BF}"/>
              </a:ext>
            </a:extLst>
          </p:cNvPr>
          <p:cNvSpPr txBox="1"/>
          <p:nvPr/>
        </p:nvSpPr>
        <p:spPr>
          <a:xfrm>
            <a:off x="612251" y="79383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라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익월 목표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DE46CD-799B-6233-824C-3FFDBCE7F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11883"/>
              </p:ext>
            </p:extLst>
          </p:nvPr>
        </p:nvGraphicFramePr>
        <p:xfrm>
          <a:off x="672327" y="1180886"/>
          <a:ext cx="10777870" cy="47566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〇월 주요 목표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99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60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1D68-D26A-4CEF-6900-56DFA98F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64F872-6820-106D-23B2-C07184C353C1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F1D92DC-0D33-307D-0B7C-B50385677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#Appendix</a:t>
            </a:r>
            <a:endParaRPr lang="ko-KR" alt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82F8CB75-733F-48B4-C5BA-DEC2E897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683D5-47BC-35D1-BE61-0F30B9C803CD}"/>
              </a:ext>
            </a:extLst>
          </p:cNvPr>
          <p:cNvSpPr txBox="1"/>
          <p:nvPr/>
        </p:nvSpPr>
        <p:spPr>
          <a:xfrm>
            <a:off x="612251" y="79383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 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별도 문서 전달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6641D4-7EFB-3F71-99CD-19A86FA5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3" y="1226387"/>
            <a:ext cx="11530914" cy="455508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528B131-68A6-C481-2C2A-204CDEAEDD9E}"/>
              </a:ext>
            </a:extLst>
          </p:cNvPr>
          <p:cNvSpPr/>
          <p:nvPr/>
        </p:nvSpPr>
        <p:spPr>
          <a:xfrm>
            <a:off x="322839" y="1166949"/>
            <a:ext cx="11538618" cy="46939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</a:t>
            </a:r>
            <a:r>
              <a:rPr lang="en-US" altLang="ko-KR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별첨 문서</a:t>
            </a:r>
            <a:r>
              <a:rPr lang="en-US" altLang="ko-KR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 </a:t>
            </a:r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349366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3795491" y="2649053"/>
            <a:ext cx="4601018" cy="1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End of Document.</a:t>
            </a:r>
            <a:endParaRPr sz="3600" b="1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1402</Words>
  <Application>Microsoft Office PowerPoint</Application>
  <PresentationFormat>와이드스크린</PresentationFormat>
  <Paragraphs>424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Malgun Gothic</vt:lpstr>
      <vt:lpstr>맑은 고딕</vt:lpstr>
      <vt:lpstr>맑은 고딕</vt:lpstr>
      <vt:lpstr>Arial</vt:lpstr>
      <vt:lpstr>Office 테마</vt:lpstr>
      <vt:lpstr>PowerPoint 프레젠테이션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〇〇</dc:creator>
  <cp:lastModifiedBy>지은 신</cp:lastModifiedBy>
  <cp:revision>195</cp:revision>
  <dcterms:created xsi:type="dcterms:W3CDTF">2025-10-30T06:09:25Z</dcterms:created>
  <dcterms:modified xsi:type="dcterms:W3CDTF">2026-06-29T08:25:11Z</dcterms:modified>
</cp:coreProperties>
</file>